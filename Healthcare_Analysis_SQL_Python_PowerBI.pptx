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5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1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7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7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4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9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4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4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65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5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84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7689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0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37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24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47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047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374" y="2225609"/>
            <a:ext cx="8986684" cy="1203391"/>
          </a:xfrm>
        </p:spPr>
        <p:txBody>
          <a:bodyPr>
            <a:normAutofit fontScale="90000"/>
          </a:bodyPr>
          <a:lstStyle/>
          <a:p>
            <a:r>
              <a:rPr lang="en-IN" dirty="0"/>
              <a:t>Healthcare  Analytics</a:t>
            </a:r>
            <a:br>
              <a:rPr lang="en-IN" dirty="0"/>
            </a:br>
            <a:r>
              <a:rPr lang="en-US" sz="2700" dirty="0"/>
              <a:t>SQL + Python + Power BI Capstone Project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struggle to reduce patient readmissions, impacting cost and care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patient data to identify factors contributing to readmissions.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Server, Python (EDA), Power BI (Dashboard)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6</a:t>
            </a:r>
            <a:r>
              <a:rPr dirty="0"/>
              <a:t>000 patient records with demographics, department, cost, stay duration, readmission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Readmission rate by department, monthly admissions, cost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on cost distribution, stay duration, readmission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KPIs, department analysis, demographic insights, readmission drivers.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admissions and longer stays show higher readmissions.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 help hospitals reduce readmission rates and improve care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7</TotalTime>
  <Words>135</Words>
  <Application>Microsoft Office PowerPoint</Application>
  <PresentationFormat>On-screen Show (4:3)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Berlin</vt:lpstr>
      <vt:lpstr>Healthcare  Analytics SQL + Python + Power BI Capstone Project </vt:lpstr>
      <vt:lpstr>Business Problem</vt:lpstr>
      <vt:lpstr>Project Objective</vt:lpstr>
      <vt:lpstr>Tools Used</vt:lpstr>
      <vt:lpstr>Dataset Overview</vt:lpstr>
      <vt:lpstr>SQL Analysis</vt:lpstr>
      <vt:lpstr>Python Analysis</vt:lpstr>
      <vt:lpstr>Power BI 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PARVATHI G H</cp:lastModifiedBy>
  <cp:revision>2</cp:revision>
  <dcterms:created xsi:type="dcterms:W3CDTF">2013-01-27T09:14:16Z</dcterms:created>
  <dcterms:modified xsi:type="dcterms:W3CDTF">2026-04-14T05:41:26Z</dcterms:modified>
  <cp:category/>
</cp:coreProperties>
</file>